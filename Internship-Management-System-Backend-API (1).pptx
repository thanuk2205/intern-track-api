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5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Lora" panose="020B0604020202020204" charset="0"/>
      <p:regular r:id="rId14"/>
    </p:embeddedFont>
    <p:embeddedFont>
      <p:font typeface="Source Sans 3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24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04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681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861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471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138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111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372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573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809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236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574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828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513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491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21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79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937EF-488B-4E4E-A853-702F888BFC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D3889-FD01-4E77-93EC-0AD4B2AF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8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4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3538" y="372814"/>
            <a:ext cx="4765923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Internship Management System — Backend API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903538" y="1354485"/>
            <a:ext cx="476592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Centralized backend to manage internship programs end-to-end: company onboarding, student applications, interview orchestration, and reporting. Designed for reliability and developer-first integration.   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03538" y="2112838"/>
            <a:ext cx="2321496" cy="1577876"/>
          </a:xfrm>
          <a:prstGeom prst="roundRect">
            <a:avLst>
              <a:gd name="adj" fmla="val 1289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4039121" y="2248421"/>
            <a:ext cx="20522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39121" y="2521521"/>
            <a:ext cx="2050331" cy="103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 spreadsheets and scattered emails with a single source of truth for internship coordination across university teams and hiring partners.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47892" y="2112838"/>
            <a:ext cx="2321570" cy="1577876"/>
          </a:xfrm>
          <a:prstGeom prst="roundRect">
            <a:avLst>
              <a:gd name="adj" fmla="val 1289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6483474" y="2248421"/>
            <a:ext cx="20522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83474" y="2521521"/>
            <a:ext cx="2050405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Node.js, Express, MongoDB, Mongoose — tested with Postman; DB inspected via MongoDB Compass.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03538" y="3813572"/>
            <a:ext cx="4765923" cy="957709"/>
          </a:xfrm>
          <a:prstGeom prst="roundRect">
            <a:avLst>
              <a:gd name="adj" fmla="val 2124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4039121" y="3949154"/>
            <a:ext cx="20522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Current Health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39121" y="4222254"/>
            <a:ext cx="4494758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Server: running on port 5000. Database: connected. Core collections active: companies, applications, interviews.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24" y="434504"/>
            <a:ext cx="5815013" cy="3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Company Module — Manage Hiring Partners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82724" y="1013296"/>
            <a:ext cx="8178552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Companies are the hiring partners and primary anchor for applications. CRUD exposed as REST endpoints; persisted in the companies collection with schema fields: _id, name, industry, location, website.   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4" y="2274912"/>
            <a:ext cx="3069506" cy="173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93493" y="1707282"/>
            <a:ext cx="20797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Endpoints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893493" y="2037234"/>
            <a:ext cx="4772471" cy="1617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 /api/company/create — create a new hiring company (example: Dialog Axiata, Telecom, Colombo)</a:t>
            </a:r>
            <a:endParaRPr lang="en-US" sz="105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GET /api/company/getallcompanies — fetch all partners (returns WSO2, Dialog...)</a:t>
            </a:r>
            <a:endParaRPr lang="en-US" sz="105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PUT /api/company/update/:id — update company (e.g., location change to Kandy)</a:t>
            </a:r>
            <a:endParaRPr lang="en-US" sz="105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DELETE /api/company/delete/:id — remove partner from system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893493" y="3797275"/>
            <a:ext cx="4772471" cy="768697"/>
          </a:xfrm>
          <a:prstGeom prst="roundRect">
            <a:avLst>
              <a:gd name="adj" fmla="val 2691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382" y="3996556"/>
            <a:ext cx="172343" cy="1378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1614" y="3958828"/>
            <a:ext cx="4186461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 MongoDB Compass to validate documents and indexes in the companies collection.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3953" y="317971"/>
            <a:ext cx="4910212" cy="231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 &amp; Interview Modules — Student Journey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1383953" y="677838"/>
            <a:ext cx="6376095" cy="2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Track the full lifecycle from student application through interview and final outcome. Application records reference company documents so views populate partner metadata automatically.   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953" y="1010320"/>
            <a:ext cx="912837" cy="1140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77306" y="1010320"/>
            <a:ext cx="1797248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 Management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377306" y="1193304"/>
            <a:ext cx="2154436" cy="91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POST /api/application/create — students apply (example: Software Engineering Intern @ WSO2). GET /api/application/getallapplications — populated with company details. PUT /api/application/update/:id — status transitions (Applied → Interview). DELETE /api/application/delete/:id — withdraw.       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258" y="1010320"/>
            <a:ext cx="912837" cy="11409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05611" y="1010320"/>
            <a:ext cx="169879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Interview Management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605611" y="1193304"/>
            <a:ext cx="2154436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interviews collection stores date, interviewer, feedback, result (Selected / Rejected / Waiting). Schema ready; scheduling and outcome updates plug directly into application status workflow.       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2821" y="2223790"/>
            <a:ext cx="4958358" cy="226925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60846" y="3959450"/>
            <a:ext cx="1159486" cy="168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Finalize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4487675" y="3959450"/>
            <a:ext cx="1159486" cy="168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Schedule</a:t>
            </a:r>
            <a:endParaRPr lang="en-US" sz="1050" dirty="0"/>
          </a:p>
        </p:txBody>
      </p:sp>
      <p:sp>
        <p:nvSpPr>
          <p:cNvPr id="16" name="Text 8"/>
          <p:cNvSpPr/>
          <p:nvPr/>
        </p:nvSpPr>
        <p:spPr>
          <a:xfrm>
            <a:off x="3320879" y="3959450"/>
            <a:ext cx="1159486" cy="168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Interview</a:t>
            </a:r>
            <a:endParaRPr lang="en-US" sz="1050" dirty="0"/>
          </a:p>
        </p:txBody>
      </p:sp>
      <p:sp>
        <p:nvSpPr>
          <p:cNvPr id="18" name="Text 9"/>
          <p:cNvSpPr/>
          <p:nvPr/>
        </p:nvSpPr>
        <p:spPr>
          <a:xfrm>
            <a:off x="2128579" y="3959450"/>
            <a:ext cx="1159486" cy="168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Apply</a:t>
            </a:r>
            <a:endParaRPr lang="en-US" sz="1050" dirty="0"/>
          </a:p>
        </p:txBody>
      </p:sp>
      <p:sp>
        <p:nvSpPr>
          <p:cNvPr id="19" name="Text 10"/>
          <p:cNvSpPr/>
          <p:nvPr/>
        </p:nvSpPr>
        <p:spPr>
          <a:xfrm>
            <a:off x="1383953" y="4565526"/>
            <a:ext cx="6376095" cy="2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Workflow: Student applies → Application status advances → Interview scheduled → Interview feedback recorded → Final outcome set. This keeps audit trails and enables reporting.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8167" y="454075"/>
            <a:ext cx="4533156" cy="307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Examples, Validation &amp; Security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58167" y="933748"/>
            <a:ext cx="479866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Practical examples and verification steps for backend engineers and integrators — concise guidance for testing, validation, and safe deployment.   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8167" y="1569690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Example Requests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8167" y="1876723"/>
            <a:ext cx="2239640" cy="2239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Application: POST /api/application/create — payload: studentId, companyId, position, resumeLink</a:t>
            </a:r>
            <a:endParaRPr lang="en-US" sz="10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Update Status: PUT /api/application/update/:id — payload: { status: "Interview", notes: "Called — scheduled" }</a:t>
            </a:r>
            <a:endParaRPr lang="en-US" sz="10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Company Create: POST /api/company/create — payload: { name, industry, location, website }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021955" y="1569690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Validation &amp; Security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21955" y="1876723"/>
            <a:ext cx="2239640" cy="14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Validate inputs with Mongoose schemas and request middleware</a:t>
            </a:r>
            <a:endParaRPr lang="en-US" sz="10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environment variables for DB URI, server port, and API keys</a:t>
            </a:r>
            <a:endParaRPr lang="en-US" sz="10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Postman collections document request/response examples; include error cases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21955" y="3459733"/>
            <a:ext cx="2239640" cy="1100882"/>
          </a:xfrm>
          <a:prstGeom prst="roundRect">
            <a:avLst>
              <a:gd name="adj" fmla="val 1784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849" y="3646810"/>
            <a:ext cx="163637" cy="1308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47380" y="3606924"/>
            <a:ext cx="1683321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Ensure environment variables are never checked into source control. Rotate keys after sharing Postman exports.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683" y="355550"/>
            <a:ext cx="256936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Summary &amp; Roadmap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392683" y="745703"/>
            <a:ext cx="4929634" cy="471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Solid foundation in place: full CRUD for companies and applications, interviews collection established, server and DB running, and Postman-based test coverage. Next steps focus on polish, automation, and integrations.   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92683" y="1479872"/>
            <a:ext cx="2422773" cy="1093589"/>
          </a:xfrm>
          <a:prstGeom prst="roundRect">
            <a:avLst>
              <a:gd name="adj" fmla="val 6271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683" y="1465585"/>
            <a:ext cx="2422773" cy="57150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7" name="Shape 4"/>
          <p:cNvSpPr/>
          <p:nvPr/>
        </p:nvSpPr>
        <p:spPr>
          <a:xfrm>
            <a:off x="1435782" y="1311622"/>
            <a:ext cx="336575" cy="336575"/>
          </a:xfrm>
          <a:prstGeom prst="roundRect">
            <a:avLst>
              <a:gd name="adj" fmla="val 169799"/>
            </a:avLst>
          </a:prstGeom>
          <a:solidFill>
            <a:srgbClr val="38512F"/>
          </a:solidFill>
          <a:ln/>
        </p:spPr>
      </p:sp>
      <p:sp>
        <p:nvSpPr>
          <p:cNvPr id="8" name="Text 5"/>
          <p:cNvSpPr/>
          <p:nvPr/>
        </p:nvSpPr>
        <p:spPr>
          <a:xfrm>
            <a:off x="1308162" y="1395785"/>
            <a:ext cx="363215" cy="168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19113" y="1760339"/>
            <a:ext cx="17773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9113" y="1975768"/>
            <a:ext cx="2169914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Production-quality CRUD, DB connected, Postman docs completed.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899544" y="1479872"/>
            <a:ext cx="2422773" cy="1093589"/>
          </a:xfrm>
          <a:prstGeom prst="roundRect">
            <a:avLst>
              <a:gd name="adj" fmla="val 6271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99544" y="1465585"/>
            <a:ext cx="2422773" cy="57150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13" name="Shape 10"/>
          <p:cNvSpPr/>
          <p:nvPr/>
        </p:nvSpPr>
        <p:spPr>
          <a:xfrm>
            <a:off x="3942643" y="1311622"/>
            <a:ext cx="336575" cy="336575"/>
          </a:xfrm>
          <a:prstGeom prst="roundRect">
            <a:avLst>
              <a:gd name="adj" fmla="val 169799"/>
            </a:avLst>
          </a:prstGeom>
          <a:solidFill>
            <a:srgbClr val="38512F"/>
          </a:solidFill>
          <a:ln/>
        </p:spPr>
      </p:sp>
      <p:sp>
        <p:nvSpPr>
          <p:cNvPr id="14" name="Text 11"/>
          <p:cNvSpPr/>
          <p:nvPr/>
        </p:nvSpPr>
        <p:spPr>
          <a:xfrm>
            <a:off x="3815023" y="1395785"/>
            <a:ext cx="363215" cy="168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025973" y="1760339"/>
            <a:ext cx="17773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Near-Term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025973" y="1975768"/>
            <a:ext cx="2169914" cy="471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interview scheduling automation, email notifications, and role-based access control.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2683" y="2825800"/>
            <a:ext cx="2422773" cy="1309464"/>
          </a:xfrm>
          <a:prstGeom prst="roundRect">
            <a:avLst>
              <a:gd name="adj" fmla="val 5237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2683" y="2811512"/>
            <a:ext cx="2422773" cy="57150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19" name="Shape 16"/>
          <p:cNvSpPr/>
          <p:nvPr/>
        </p:nvSpPr>
        <p:spPr>
          <a:xfrm>
            <a:off x="1435782" y="2657549"/>
            <a:ext cx="336575" cy="336575"/>
          </a:xfrm>
          <a:prstGeom prst="roundRect">
            <a:avLst>
              <a:gd name="adj" fmla="val 169799"/>
            </a:avLst>
          </a:prstGeom>
          <a:solidFill>
            <a:srgbClr val="38512F"/>
          </a:solidFill>
          <a:ln/>
        </p:spPr>
      </p:sp>
      <p:sp>
        <p:nvSpPr>
          <p:cNvPr id="20" name="Text 17"/>
          <p:cNvSpPr/>
          <p:nvPr/>
        </p:nvSpPr>
        <p:spPr>
          <a:xfrm>
            <a:off x="1308162" y="2741712"/>
            <a:ext cx="363215" cy="168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19113" y="3106266"/>
            <a:ext cx="17773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Next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9113" y="3321695"/>
            <a:ext cx="2169914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analytics, exportable reports, and webhooks for partner integrations.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899544" y="2825800"/>
            <a:ext cx="2422773" cy="1309464"/>
          </a:xfrm>
          <a:prstGeom prst="roundRect">
            <a:avLst>
              <a:gd name="adj" fmla="val 5237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99544" y="2811512"/>
            <a:ext cx="2422773" cy="57150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25" name="Shape 22"/>
          <p:cNvSpPr/>
          <p:nvPr/>
        </p:nvSpPr>
        <p:spPr>
          <a:xfrm>
            <a:off x="3942643" y="2657549"/>
            <a:ext cx="336575" cy="336575"/>
          </a:xfrm>
          <a:prstGeom prst="roundRect">
            <a:avLst>
              <a:gd name="adj" fmla="val 169799"/>
            </a:avLst>
          </a:prstGeom>
          <a:solidFill>
            <a:srgbClr val="38512F"/>
          </a:solidFill>
          <a:ln/>
        </p:spPr>
      </p:sp>
      <p:sp>
        <p:nvSpPr>
          <p:cNvPr id="26" name="Text 23"/>
          <p:cNvSpPr/>
          <p:nvPr/>
        </p:nvSpPr>
        <p:spPr>
          <a:xfrm>
            <a:off x="3815023" y="2741712"/>
            <a:ext cx="363215" cy="168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025973" y="3106266"/>
            <a:ext cx="17773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Action Items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025973" y="3321695"/>
            <a:ext cx="2169914" cy="687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Harden validation &amp; error handling</a:t>
            </a:r>
            <a:endParaRPr lang="en-US" sz="8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Add CI tests for endpoints (unit + integration)</a:t>
            </a:r>
            <a:endParaRPr lang="en-US" sz="8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Design API versioning and migration plan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92683" y="4229919"/>
            <a:ext cx="4929634" cy="557957"/>
          </a:xfrm>
          <a:prstGeom prst="roundRect">
            <a:avLst>
              <a:gd name="adj" fmla="val 3017"/>
            </a:avLst>
          </a:prstGeom>
          <a:solidFill>
            <a:srgbClr val="B6FCB8"/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4386188"/>
            <a:ext cx="140196" cy="11214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57163" y="4341986"/>
            <a:ext cx="4453012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Business value: a single authoritative backend that replaces manual coordination—faster placements, clearer audit trails, and scalable partner management.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643</Words>
  <Application>Microsoft Office PowerPoint</Application>
  <PresentationFormat>On-screen Show (16:9)</PresentationFormat>
  <Paragraphs>60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Calibri Light</vt:lpstr>
      <vt:lpstr>Lora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Thanuk Gimantha</dc:creator>
  <cp:lastModifiedBy>HP</cp:lastModifiedBy>
  <cp:revision>2</cp:revision>
  <dcterms:created xsi:type="dcterms:W3CDTF">2026-05-17T16:36:49Z</dcterms:created>
  <dcterms:modified xsi:type="dcterms:W3CDTF">2026-05-17T16:39:46Z</dcterms:modified>
</cp:coreProperties>
</file>